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Litally AI: Квантовая революция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Искусственный интеллект нового поколения с человеческим восприятием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Чтение презентаций и PDF</a:t>
            </a:r>
          </a:p>
          <a:p>
            <a:r>
              <a:t>2. Зрение и слух как у человека</a:t>
            </a:r>
          </a:p>
          <a:p>
            <a:r>
              <a:t>3. 8K Ultra Cinema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